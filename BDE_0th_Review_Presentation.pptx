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0070C0"/>
                </a:solidFill>
              </a:rPr>
              <a:t>HealthHadoop AI: Big Data Healthcare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0th Review - BDE Project</a:t>
            </a:r>
          </a:p>
          <a:p/>
          <a:p>
            <a:r>
              <a:t>Team Members: [Your Names]</a:t>
            </a:r>
          </a:p>
          <a:p>
            <a:r>
              <a:t>Register Numbers: [Your Register Numbers]</a:t>
            </a:r>
          </a:p>
          <a:p>
            <a:r>
              <a:t>Department / College: [Your Department &amp; College]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70C0"/>
                </a:solidFill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Develops a scalable Big Data healthcare analytics platform combining real-time streaming and batch processing.</a:t>
            </a:r>
          </a:p>
          <a:p>
            <a:pPr>
              <a:defRPr sz="2000"/>
            </a:pPr>
            <a:r>
              <a:t>Problem: Healthcare data is fragmented, leading to reactive patient care and delayed insights.</a:t>
            </a:r>
          </a:p>
          <a:p>
            <a:pPr>
              <a:defRPr sz="2000"/>
            </a:pPr>
            <a:r>
              <a:t>Solution: A Lambda-architecture-inspired dashboard using in-memory data processing and simulated streaming for instant clinical insights.</a:t>
            </a:r>
          </a:p>
          <a:p>
            <a:pPr>
              <a:defRPr sz="2000"/>
            </a:pPr>
            <a:r>
              <a:t>Technologies: React, FastAPI, Pandas, Python WebSockets, Grok AI.</a:t>
            </a:r>
          </a:p>
          <a:p>
            <a:pPr>
              <a:defRPr sz="2000"/>
            </a:pPr>
            <a:r>
              <a:t>Expected Outcome: A responsive, predictive dashboard that forecasts 30-day readmissions and tracks disease burden in real-time.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70C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Background: The healthcare industry generates massive amounts of data daily, yet much of it remains siloed and underutilized.</a:t>
            </a:r>
          </a:p>
          <a:p>
            <a:pPr>
              <a:defRPr sz="2000"/>
            </a:pPr>
            <a:r>
              <a:t>Importance: Rapid analysis of clinical and financial data is critical for saving lives and optimizing hospital resources.</a:t>
            </a:r>
          </a:p>
          <a:p>
            <a:pPr>
              <a:defRPr sz="2000"/>
            </a:pPr>
            <a:r>
              <a:t>Current situation: Many hospitals rely on legacy batch-processing systems that delay critical alerts, such as sudden drops in patient vitals.</a:t>
            </a:r>
          </a:p>
          <a:p>
            <a:pPr>
              <a:defRPr sz="2000"/>
            </a:pPr>
            <a:r>
              <a:t>Motivation: To bridge the gap between long-term historical data analysis and real-time patient monitoring in a unified, intuitive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70C0"/>
                </a:solidFill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Existing Problem: Inability to dynamically analyze massive healthcare datasets in real-time to predict patient readmissions and monitor ICU vitals.</a:t>
            </a:r>
          </a:p>
          <a:p>
            <a:pPr>
              <a:defRPr sz="2000"/>
            </a:pPr>
            <a:r>
              <a:t>Limitations of current approaches: Existing systems are either exclusively batch-oriented (slow) or lack predictive AI integration, making them purely reactive.</a:t>
            </a:r>
          </a:p>
          <a:p>
            <a:pPr>
              <a:defRPr sz="2000"/>
            </a:pPr>
            <a:r>
              <a:t>Who is affected: Medical staff (doctors/nurses) who lack immediate actionable insights, and patients who suffer from delayed preventative care.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70C0"/>
                </a:solidFill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Main Objective: To design and implement a comprehensive Big Data healthcare analytics platform for real-time monitoring and predictive insights.</a:t>
            </a:r>
          </a:p>
          <a:p>
            <a:pPr>
              <a:defRPr sz="2000"/>
            </a:pPr>
            <a:r>
              <a:t>Specific Objective 1: Develop an in-memory batch processing pipeline for rapid ETL on large healthcare datasets.</a:t>
            </a:r>
          </a:p>
          <a:p>
            <a:pPr>
              <a:defRPr sz="2000"/>
            </a:pPr>
            <a:r>
              <a:t>Specific Objective 2: Implement a real-time streaming layer to simulate and monitor ICU patient vitals.</a:t>
            </a:r>
          </a:p>
          <a:p>
            <a:pPr>
              <a:defRPr sz="2000"/>
            </a:pPr>
            <a:r>
              <a:t>Specific Objective 3: Integrate a Machine Learning model to predict 30-day patient readmission risks.</a:t>
            </a:r>
          </a:p>
          <a:p>
            <a:pPr>
              <a:defRPr sz="2000"/>
            </a:pPr>
            <a:r>
              <a:t>Specific Objective 4: Incorporate a conversational AI assistant (Grok AI) to allow intuitive querying of complex medical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70C0"/>
                </a:solidFill>
              </a:rPr>
              <a:t>Existing System / Existing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Current methods: Traditional RDBMS (Relational Databases) and legacy dashboards that run overnight batch jobs.</a:t>
            </a:r>
          </a:p>
          <a:p>
            <a:pPr>
              <a:defRPr sz="2000"/>
            </a:pPr>
            <a:r>
              <a:t>Existing technologies: Standard SQL reporting and basic static BI tools (e.g., Tableau, PowerBI) without real-time streaming integration.</a:t>
            </a:r>
          </a:p>
          <a:p>
            <a:pPr>
              <a:defRPr sz="2000"/>
            </a:pPr>
            <a:r>
              <a:t>Limitations: High latency for actionable insights, inability to handle high-velocity streaming telemetry data, and lack of built-in predictive ML models.</a:t>
            </a:r>
          </a:p>
          <a:p>
            <a:pPr>
              <a:defRPr sz="2000"/>
            </a:pPr>
            <a:r>
              <a:t>Research gap: A unified architectural framework that seamlessly integrates high-speed streaming (telemetry) and batch processing (historical records) with conversational AI.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70C0"/>
                </a:solidFill>
              </a:rP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Proposed Solution: 'HealthHadoop AI', a modern web-based platform utilizing FastAPI and React for seamless data orchestration.</a:t>
            </a:r>
          </a:p>
          <a:p>
            <a:pPr>
              <a:defRPr sz="2000"/>
            </a:pPr>
            <a:r>
              <a:t>How it improves: Replaces heavy disk I/O with high-speed in-memory Pandas processing and introduces asynchronous WebSockets for zero-latency vitals tracking.</a:t>
            </a:r>
          </a:p>
          <a:p>
            <a:pPr>
              <a:defRPr sz="2000"/>
            </a:pPr>
            <a:r>
              <a:t>Key Feature 1: Bento-Grid Interactive Dashboard for regional and demographic metrics.</a:t>
            </a:r>
          </a:p>
          <a:p>
            <a:pPr>
              <a:defRPr sz="2000"/>
            </a:pPr>
            <a:r>
              <a:t>Key Feature 2: Live Patient Streaming Layer with anomaly detection.</a:t>
            </a:r>
          </a:p>
          <a:p>
            <a:pPr>
              <a:defRPr sz="2000"/>
            </a:pPr>
            <a:r>
              <a:t>Key Feature 3: Predictive Readmission Risk Calculator (ML).</a:t>
            </a:r>
          </a:p>
          <a:p>
            <a:pPr>
              <a:defRPr sz="2000"/>
            </a:pPr>
            <a:r>
              <a:t>Key Feature 4: AI Data Studio for NLP-based data exploration.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