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HealthHadoop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Next-Generation Big Data Healthcare Analytics</a:t>
            </a:r>
          </a:p>
          <a:p>
            <a:r>
              <a:t>Capstone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 struggle with fragmented and overwhelming data:</a:t>
            </a:r>
          </a:p>
          <a:p>
            <a:pPr lvl="1"/>
            <a:r>
              <a:t>Reactive Patient Care: Interventions happen after vitals drop, rather than predicting deterioration.</a:t>
            </a:r>
          </a:p>
          <a:p>
            <a:pPr lvl="1"/>
            <a:r>
              <a:t>Data Silos: Financial records, patient demographics, and clinical outcomes are disconnected.</a:t>
            </a:r>
          </a:p>
          <a:p>
            <a:pPr lvl="1"/>
            <a:r>
              <a:t>Slow Reporting: Batch processing takes too long to generate actionable insights for doctors.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HealthHadoop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unified, AI-powered analytics dashboard that bridges the gap between historical data and real-time monitoring.</a:t>
            </a:r>
          </a:p>
          <a:p>
            <a:pPr lvl="1"/>
            <a:r>
              <a:t>Batch Analytics: Instant ETL processing for long-term trends and cost analysis.</a:t>
            </a:r>
          </a:p>
          <a:p>
            <a:pPr lvl="1"/>
            <a:r>
              <a:t>Real-Time Streaming: Live ICU patient vitals monitoring with anomaly detection.</a:t>
            </a:r>
          </a:p>
          <a:p>
            <a:pPr lvl="1"/>
            <a:r>
              <a:t>AI Data Studio: Chat-based LLM integration to query complex data effortlessly.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a premium 'Aurora Glass' UI for maximum clinical visibility:</a:t>
            </a:r>
          </a:p>
          <a:p>
            <a:pPr lvl="1"/>
            <a:r>
              <a:t>Custom CSV Uploads: In-memory Pandas processing scales dynamically to user data.</a:t>
            </a:r>
          </a:p>
          <a:p>
            <a:pPr lvl="1"/>
            <a:r>
              <a:t>Bento-Grid Visualizations: Interactive charts for Regional Burden, Disease Trends, and Readmission Rates.</a:t>
            </a:r>
          </a:p>
          <a:p>
            <a:pPr lvl="1"/>
            <a:r>
              <a:t>Predictive Modeling: Built-in Random Forest inference to predict 30-day patient readmission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Modern, resilient, and optimized for cloud deployment:</a:t>
            </a:r>
          </a:p>
          <a:p>
            <a:pPr lvl="1"/>
            <a:r>
              <a:t>Frontend: React, Vite, Tailwind CSS, Framer Motion, and Recharts.</a:t>
            </a:r>
          </a:p>
          <a:p>
            <a:pPr lvl="1"/>
            <a:r>
              <a:t>Backend API: FastAPI (Python) with JWT Authentication.</a:t>
            </a:r>
          </a:p>
          <a:p>
            <a:pPr lvl="1"/>
            <a:r>
              <a:t>Data Pipeline: High-speed Pandas in-memory processing (replacing heavy disk I/O).</a:t>
            </a:r>
          </a:p>
          <a:p>
            <a:pPr lvl="1"/>
            <a:r>
              <a:t>Streaming: Python AsyncIO WebSockets simulating high-frequency Kafka 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data into better patient outcomes:</a:t>
            </a:r>
          </a:p>
          <a:p>
            <a:pPr lvl="1"/>
            <a:r>
              <a:t>Reduced Readmissions: High-risk patient identification allows for preventative care.</a:t>
            </a:r>
          </a:p>
          <a:p>
            <a:pPr lvl="1"/>
            <a:r>
              <a:t>Cost Optimization: Clear visibility into average treatment costs across disease categories.</a:t>
            </a:r>
          </a:p>
          <a:p>
            <a:pPr lvl="1"/>
            <a:r>
              <a:t>Faster Triage: Real-time anomaly detection alerts nurses instantly to critical drops in oxygen or spikes in heart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